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32499300" cy="18288000"/>
  <p:notesSz cx="6858000" cy="9144000"/>
  <p:embeddedFontLst>
    <p:embeddedFont>
      <p:font typeface="Assistant Ultra-Bold" charset="1" panose="00000900000000000000"/>
      <p:regular r:id="rId47"/>
    </p:embeddedFont>
    <p:embeddedFont>
      <p:font typeface="League Spartan" charset="1" panose="00000800000000000000"/>
      <p:regular r:id="rId48"/>
    </p:embeddedFont>
    <p:embeddedFont>
      <p:font typeface="Canva Sans Bold" charset="1" panose="020B0803030501040103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11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.png" Type="http://schemas.openxmlformats.org/officeDocument/2006/relationships/image"/><Relationship Id="rId4" Target="../media/image24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37476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2890151" y="130860"/>
            <a:ext cx="9346036" cy="2748180"/>
          </a:xfrm>
          <a:custGeom>
            <a:avLst/>
            <a:gdLst/>
            <a:ahLst/>
            <a:cxnLst/>
            <a:rect r="r" b="b" t="t" l="l"/>
            <a:pathLst>
              <a:path h="2748180" w="9346036">
                <a:moveTo>
                  <a:pt x="0" y="0"/>
                </a:moveTo>
                <a:lnTo>
                  <a:pt x="9346037" y="0"/>
                </a:lnTo>
                <a:lnTo>
                  <a:pt x="9346037" y="2748180"/>
                </a:lnTo>
                <a:lnTo>
                  <a:pt x="0" y="2748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72" y="116623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365238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828800" y="5549735"/>
            <a:ext cx="14425612" cy="8125216"/>
          </a:xfrm>
          <a:custGeom>
            <a:avLst/>
            <a:gdLst/>
            <a:ahLst/>
            <a:cxnLst/>
            <a:rect r="r" b="b" t="t" l="l"/>
            <a:pathLst>
              <a:path h="8125216" w="14425612">
                <a:moveTo>
                  <a:pt x="0" y="0"/>
                </a:moveTo>
                <a:lnTo>
                  <a:pt x="14425612" y="0"/>
                </a:lnTo>
                <a:lnTo>
                  <a:pt x="14425612" y="8125216"/>
                </a:lnTo>
                <a:lnTo>
                  <a:pt x="0" y="8125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527" r="-59620" b="-3166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93644" y="9535376"/>
            <a:ext cx="14144998" cy="9114574"/>
          </a:xfrm>
          <a:custGeom>
            <a:avLst/>
            <a:gdLst/>
            <a:ahLst/>
            <a:cxnLst/>
            <a:rect r="r" b="b" t="t" l="l"/>
            <a:pathLst>
              <a:path h="9114574" w="14144998">
                <a:moveTo>
                  <a:pt x="0" y="0"/>
                </a:moveTo>
                <a:lnTo>
                  <a:pt x="14144998" y="0"/>
                </a:lnTo>
                <a:lnTo>
                  <a:pt x="14144998" y="9114574"/>
                </a:lnTo>
                <a:lnTo>
                  <a:pt x="0" y="9114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23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4925" y="6245820"/>
            <a:ext cx="16547103" cy="7026523"/>
          </a:xfrm>
          <a:custGeom>
            <a:avLst/>
            <a:gdLst/>
            <a:ahLst/>
            <a:cxnLst/>
            <a:rect r="r" b="b" t="t" l="l"/>
            <a:pathLst>
              <a:path h="7026523" w="16547103">
                <a:moveTo>
                  <a:pt x="0" y="0"/>
                </a:moveTo>
                <a:lnTo>
                  <a:pt x="16547102" y="0"/>
                </a:lnTo>
                <a:lnTo>
                  <a:pt x="16547102" y="7026524"/>
                </a:lnTo>
                <a:lnTo>
                  <a:pt x="0" y="7026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255998" y="4639155"/>
            <a:ext cx="14479001" cy="9830858"/>
          </a:xfrm>
          <a:custGeom>
            <a:avLst/>
            <a:gdLst/>
            <a:ahLst/>
            <a:cxnLst/>
            <a:rect r="r" b="b" t="t" l="l"/>
            <a:pathLst>
              <a:path h="9830858" w="14479001">
                <a:moveTo>
                  <a:pt x="0" y="0"/>
                </a:moveTo>
                <a:lnTo>
                  <a:pt x="14479001" y="0"/>
                </a:lnTo>
                <a:lnTo>
                  <a:pt x="14479001" y="9830858"/>
                </a:lnTo>
                <a:lnTo>
                  <a:pt x="0" y="9830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03" t="-4863" r="-1903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4470013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17741" y="10739890"/>
            <a:ext cx="11475833" cy="2270533"/>
            <a:chOff x="0" y="0"/>
            <a:chExt cx="2118234" cy="419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8234" cy="419100"/>
            </a:xfrm>
            <a:custGeom>
              <a:avLst/>
              <a:gdLst/>
              <a:ahLst/>
              <a:cxnLst/>
              <a:rect r="r" b="b" t="t" l="l"/>
              <a:pathLst>
                <a:path h="419100" w="2118234">
                  <a:moveTo>
                    <a:pt x="23717" y="0"/>
                  </a:moveTo>
                  <a:lnTo>
                    <a:pt x="2094517" y="0"/>
                  </a:lnTo>
                  <a:cubicBezTo>
                    <a:pt x="2100807" y="0"/>
                    <a:pt x="2106840" y="2499"/>
                    <a:pt x="2111288" y="6947"/>
                  </a:cubicBezTo>
                  <a:cubicBezTo>
                    <a:pt x="2115735" y="11395"/>
                    <a:pt x="2118234" y="17427"/>
                    <a:pt x="2118234" y="23717"/>
                  </a:cubicBezTo>
                  <a:lnTo>
                    <a:pt x="2118234" y="395383"/>
                  </a:lnTo>
                  <a:cubicBezTo>
                    <a:pt x="2118234" y="401673"/>
                    <a:pt x="2115735" y="407705"/>
                    <a:pt x="2111288" y="412153"/>
                  </a:cubicBezTo>
                  <a:cubicBezTo>
                    <a:pt x="2106840" y="416601"/>
                    <a:pt x="2100807" y="419100"/>
                    <a:pt x="2094517" y="419100"/>
                  </a:cubicBezTo>
                  <a:lnTo>
                    <a:pt x="23717" y="419100"/>
                  </a:lnTo>
                  <a:cubicBezTo>
                    <a:pt x="17427" y="419100"/>
                    <a:pt x="11395" y="416601"/>
                    <a:pt x="6947" y="412153"/>
                  </a:cubicBezTo>
                  <a:cubicBezTo>
                    <a:pt x="2499" y="407705"/>
                    <a:pt x="0" y="401673"/>
                    <a:pt x="0" y="395383"/>
                  </a:cubicBezTo>
                  <a:lnTo>
                    <a:pt x="0" y="23717"/>
                  </a:lnTo>
                  <a:cubicBezTo>
                    <a:pt x="0" y="17427"/>
                    <a:pt x="2499" y="11395"/>
                    <a:pt x="6947" y="6947"/>
                  </a:cubicBezTo>
                  <a:cubicBezTo>
                    <a:pt x="11395" y="2499"/>
                    <a:pt x="17427" y="0"/>
                    <a:pt x="23717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18234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36661" y="9421763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679836" y="11175148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3" y="0"/>
                </a:lnTo>
                <a:lnTo>
                  <a:pt x="6292653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15854897" y="10696575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046705" y="16793402"/>
            <a:ext cx="11032929" cy="3621024"/>
            <a:chOff x="0" y="0"/>
            <a:chExt cx="1276959" cy="419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6959" cy="419100"/>
            </a:xfrm>
            <a:custGeom>
              <a:avLst/>
              <a:gdLst/>
              <a:ahLst/>
              <a:cxnLst/>
              <a:rect r="r" b="b" t="t" l="l"/>
              <a:pathLst>
                <a:path h="419100" w="1276959">
                  <a:moveTo>
                    <a:pt x="24670" y="0"/>
                  </a:moveTo>
                  <a:lnTo>
                    <a:pt x="1252290" y="0"/>
                  </a:lnTo>
                  <a:cubicBezTo>
                    <a:pt x="1258833" y="0"/>
                    <a:pt x="1265107" y="2599"/>
                    <a:pt x="1269734" y="7226"/>
                  </a:cubicBezTo>
                  <a:cubicBezTo>
                    <a:pt x="1274360" y="11852"/>
                    <a:pt x="1276959" y="18127"/>
                    <a:pt x="1276959" y="24670"/>
                  </a:cubicBezTo>
                  <a:lnTo>
                    <a:pt x="1276959" y="394431"/>
                  </a:lnTo>
                  <a:cubicBezTo>
                    <a:pt x="1276959" y="400973"/>
                    <a:pt x="1274360" y="407248"/>
                    <a:pt x="1269734" y="411874"/>
                  </a:cubicBezTo>
                  <a:cubicBezTo>
                    <a:pt x="1265107" y="416501"/>
                    <a:pt x="1258833" y="419100"/>
                    <a:pt x="1252290" y="419100"/>
                  </a:cubicBezTo>
                  <a:lnTo>
                    <a:pt x="24670" y="419100"/>
                  </a:lnTo>
                  <a:cubicBezTo>
                    <a:pt x="18127" y="419100"/>
                    <a:pt x="11852" y="416501"/>
                    <a:pt x="7226" y="411874"/>
                  </a:cubicBezTo>
                  <a:cubicBezTo>
                    <a:pt x="2599" y="407248"/>
                    <a:pt x="0" y="400973"/>
                    <a:pt x="0" y="394431"/>
                  </a:cubicBezTo>
                  <a:lnTo>
                    <a:pt x="0" y="24670"/>
                  </a:lnTo>
                  <a:cubicBezTo>
                    <a:pt x="0" y="18127"/>
                    <a:pt x="2599" y="11852"/>
                    <a:pt x="7226" y="7226"/>
                  </a:cubicBezTo>
                  <a:cubicBezTo>
                    <a:pt x="11852" y="2599"/>
                    <a:pt x="18127" y="0"/>
                    <a:pt x="246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276959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6584176" y="-779512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2890151" y="15085110"/>
            <a:ext cx="9346036" cy="2748180"/>
          </a:xfrm>
          <a:custGeom>
            <a:avLst/>
            <a:gdLst/>
            <a:ahLst/>
            <a:cxnLst/>
            <a:rect r="r" b="b" t="t" l="l"/>
            <a:pathLst>
              <a:path h="2748180" w="9346036">
                <a:moveTo>
                  <a:pt x="0" y="0"/>
                </a:moveTo>
                <a:lnTo>
                  <a:pt x="9346037" y="0"/>
                </a:lnTo>
                <a:lnTo>
                  <a:pt x="9346037" y="2748180"/>
                </a:lnTo>
                <a:lnTo>
                  <a:pt x="0" y="2748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270067" y="16903567"/>
            <a:ext cx="11863419" cy="911182"/>
            <a:chOff x="0" y="0"/>
            <a:chExt cx="1373081" cy="105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9234" y="14547458"/>
            <a:ext cx="6172660" cy="5216624"/>
            <a:chOff x="0" y="0"/>
            <a:chExt cx="8230214" cy="69554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8733" y="2741150"/>
              <a:ext cx="7931481" cy="924919"/>
              <a:chOff x="0" y="0"/>
              <a:chExt cx="688497" cy="80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8497" cy="80288"/>
              </a:xfrm>
              <a:custGeom>
                <a:avLst/>
                <a:gdLst/>
                <a:ahLst/>
                <a:cxnLst/>
                <a:rect r="r" b="b" t="t" l="l"/>
                <a:pathLst>
                  <a:path h="80288" w="688497">
                    <a:moveTo>
                      <a:pt x="40144" y="0"/>
                    </a:moveTo>
                    <a:lnTo>
                      <a:pt x="648353" y="0"/>
                    </a:lnTo>
                    <a:cubicBezTo>
                      <a:pt x="670524" y="0"/>
                      <a:pt x="688497" y="17973"/>
                      <a:pt x="688497" y="40144"/>
                    </a:cubicBezTo>
                    <a:lnTo>
                      <a:pt x="688497" y="40144"/>
                    </a:lnTo>
                    <a:cubicBezTo>
                      <a:pt x="688497" y="62315"/>
                      <a:pt x="670524" y="80288"/>
                      <a:pt x="648353" y="80288"/>
                    </a:cubicBezTo>
                    <a:lnTo>
                      <a:pt x="40144" y="80288"/>
                    </a:lnTo>
                    <a:cubicBezTo>
                      <a:pt x="17973" y="80288"/>
                      <a:pt x="0" y="62315"/>
                      <a:pt x="0" y="40144"/>
                    </a:cubicBezTo>
                    <a:lnTo>
                      <a:pt x="0" y="40144"/>
                    </a:lnTo>
                    <a:cubicBezTo>
                      <a:pt x="0" y="17973"/>
                      <a:pt x="17973" y="0"/>
                      <a:pt x="40144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88497" cy="1469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9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5499" cy="6955499"/>
            </a:xfrm>
            <a:custGeom>
              <a:avLst/>
              <a:gdLst/>
              <a:ahLst/>
              <a:cxnLst/>
              <a:rect r="r" b="b" t="t" l="l"/>
              <a:pathLst>
                <a:path h="6955499" w="6955499">
                  <a:moveTo>
                    <a:pt x="0" y="0"/>
                  </a:moveTo>
                  <a:lnTo>
                    <a:pt x="6955499" y="0"/>
                  </a:lnTo>
                  <a:lnTo>
                    <a:pt x="6955499" y="6955499"/>
                  </a:lnTo>
                  <a:lnTo>
                    <a:pt x="0" y="6955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11726" y="16230600"/>
            <a:ext cx="6292654" cy="1850340"/>
          </a:xfrm>
          <a:custGeom>
            <a:avLst/>
            <a:gdLst/>
            <a:ahLst/>
            <a:cxnLst/>
            <a:rect r="r" b="b" t="t" l="l"/>
            <a:pathLst>
              <a:path h="1850340" w="6292654">
                <a:moveTo>
                  <a:pt x="0" y="0"/>
                </a:moveTo>
                <a:lnTo>
                  <a:pt x="6292654" y="0"/>
                </a:lnTo>
                <a:lnTo>
                  <a:pt x="6292654" y="1850340"/>
                </a:lnTo>
                <a:lnTo>
                  <a:pt x="0" y="1850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186788" y="15752027"/>
            <a:ext cx="0" cy="265259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8228" y="-285100"/>
            <a:ext cx="34625281" cy="18858200"/>
          </a:xfrm>
          <a:custGeom>
            <a:avLst/>
            <a:gdLst/>
            <a:ahLst/>
            <a:cxnLst/>
            <a:rect r="r" b="b" t="t" l="l"/>
            <a:pathLst>
              <a:path h="18858200" w="34625281">
                <a:moveTo>
                  <a:pt x="0" y="0"/>
                </a:moveTo>
                <a:lnTo>
                  <a:pt x="34625281" y="0"/>
                </a:lnTo>
                <a:lnTo>
                  <a:pt x="34625281" y="18858200"/>
                </a:lnTo>
                <a:lnTo>
                  <a:pt x="0" y="18858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14" r="0" b="-62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49387" y="4298138"/>
            <a:ext cx="6411375" cy="641137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  <a:ln w="190500" cap="sq">
              <a:solidFill>
                <a:srgbClr val="D75E20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4597522" y="10993911"/>
            <a:ext cx="8975380" cy="1717284"/>
            <a:chOff x="0" y="0"/>
            <a:chExt cx="11967173" cy="22897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967173" cy="2289711"/>
            </a:xfrm>
            <a:custGeom>
              <a:avLst/>
              <a:gdLst/>
              <a:ahLst/>
              <a:cxnLst/>
              <a:rect r="r" b="b" t="t" l="l"/>
              <a:pathLst>
                <a:path h="2289711" w="11967173">
                  <a:moveTo>
                    <a:pt x="0" y="0"/>
                  </a:moveTo>
                  <a:lnTo>
                    <a:pt x="11967173" y="0"/>
                  </a:lnTo>
                  <a:lnTo>
                    <a:pt x="11967173" y="2289711"/>
                  </a:lnTo>
                  <a:lnTo>
                    <a:pt x="0" y="2289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2264" r="0" b="-22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704595" y="777221"/>
              <a:ext cx="10557983" cy="1022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0"/>
                </a:lnSpc>
              </a:pPr>
              <a:r>
                <a:rPr lang="en-US" sz="5510" b="true">
                  <a:solidFill>
                    <a:srgbClr val="FFFFFF"/>
                  </a:solidFill>
                  <a:latin typeface="Assistant Ultra-Bold"/>
                  <a:ea typeface="Assistant Ultra-Bold"/>
                  <a:cs typeface="Assistant Ultra-Bold"/>
                  <a:sym typeface="Assistant Ultra-Bold"/>
                </a:rPr>
                <a:t>Hemanth Goud Burra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80672" y="13070860"/>
            <a:ext cx="5240125" cy="134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7"/>
              </a:lnSpc>
            </a:pPr>
            <a:r>
              <a:rPr lang="en-US" sz="4302" spc="215">
                <a:solidFill>
                  <a:srgbClr val="0013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FOUNDER &amp; CEO</a:t>
            </a:r>
          </a:p>
          <a:p>
            <a:pPr algn="ctr">
              <a:lnSpc>
                <a:spcPts val="5377"/>
              </a:lnSpc>
            </a:pPr>
            <a:r>
              <a:rPr lang="en-US" sz="4302" spc="215">
                <a:solidFill>
                  <a:srgbClr val="0013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 ROXX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568631" y="3776211"/>
            <a:ext cx="9495829" cy="9495829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6454270" y="12645376"/>
            <a:ext cx="10726125" cy="126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13"/>
              </a:lnSpc>
            </a:pPr>
            <a:r>
              <a:rPr lang="en-US" sz="736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SCAN FOR  PORTFOLIO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80216" y="14292964"/>
            <a:ext cx="10431445" cy="800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8"/>
              </a:lnSpc>
              <a:spcBef>
                <a:spcPct val="0"/>
              </a:spcBef>
            </a:pPr>
            <a:r>
              <a:rPr lang="en-US" sz="5150" spc="25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VISIT techroxx.in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056506" y="2608312"/>
            <a:ext cx="11863419" cy="911182"/>
            <a:chOff x="0" y="0"/>
            <a:chExt cx="1373081" cy="1054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3081" cy="105461"/>
            </a:xfrm>
            <a:custGeom>
              <a:avLst/>
              <a:gdLst/>
              <a:ahLst/>
              <a:cxnLst/>
              <a:rect r="r" b="b" t="t" l="l"/>
              <a:pathLst>
                <a:path h="105461" w="1373081">
                  <a:moveTo>
                    <a:pt x="22943" y="0"/>
                  </a:moveTo>
                  <a:lnTo>
                    <a:pt x="1350138" y="0"/>
                  </a:lnTo>
                  <a:cubicBezTo>
                    <a:pt x="1356223" y="0"/>
                    <a:pt x="1362059" y="2417"/>
                    <a:pt x="1366361" y="6720"/>
                  </a:cubicBezTo>
                  <a:cubicBezTo>
                    <a:pt x="1370664" y="11022"/>
                    <a:pt x="1373081" y="16858"/>
                    <a:pt x="1373081" y="22943"/>
                  </a:cubicBezTo>
                  <a:lnTo>
                    <a:pt x="1373081" y="82518"/>
                  </a:lnTo>
                  <a:cubicBezTo>
                    <a:pt x="1373081" y="95189"/>
                    <a:pt x="1362809" y="105461"/>
                    <a:pt x="1350138" y="105461"/>
                  </a:cubicBezTo>
                  <a:lnTo>
                    <a:pt x="22943" y="105461"/>
                  </a:lnTo>
                  <a:cubicBezTo>
                    <a:pt x="16858" y="105461"/>
                    <a:pt x="11022" y="103044"/>
                    <a:pt x="6720" y="98741"/>
                  </a:cubicBezTo>
                  <a:cubicBezTo>
                    <a:pt x="2417" y="94439"/>
                    <a:pt x="0" y="88603"/>
                    <a:pt x="0" y="82518"/>
                  </a:cubicBezTo>
                  <a:lnTo>
                    <a:pt x="0" y="22943"/>
                  </a:lnTo>
                  <a:cubicBezTo>
                    <a:pt x="0" y="16858"/>
                    <a:pt x="2417" y="11022"/>
                    <a:pt x="6720" y="6720"/>
                  </a:cubicBezTo>
                  <a:cubicBezTo>
                    <a:pt x="11022" y="2417"/>
                    <a:pt x="16858" y="0"/>
                    <a:pt x="22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373081" cy="17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2372486" y="2760712"/>
            <a:ext cx="5095297" cy="693689"/>
            <a:chOff x="0" y="0"/>
            <a:chExt cx="589733" cy="802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9733" cy="80288"/>
            </a:xfrm>
            <a:custGeom>
              <a:avLst/>
              <a:gdLst/>
              <a:ahLst/>
              <a:cxnLst/>
              <a:rect r="r" b="b" t="t" l="l"/>
              <a:pathLst>
                <a:path h="80288" w="589733">
                  <a:moveTo>
                    <a:pt x="40144" y="0"/>
                  </a:moveTo>
                  <a:lnTo>
                    <a:pt x="549589" y="0"/>
                  </a:lnTo>
                  <a:cubicBezTo>
                    <a:pt x="571760" y="0"/>
                    <a:pt x="589733" y="17973"/>
                    <a:pt x="589733" y="40144"/>
                  </a:cubicBezTo>
                  <a:lnTo>
                    <a:pt x="589733" y="40144"/>
                  </a:lnTo>
                  <a:cubicBezTo>
                    <a:pt x="589733" y="62315"/>
                    <a:pt x="571760" y="80288"/>
                    <a:pt x="549589" y="80288"/>
                  </a:cubicBezTo>
                  <a:lnTo>
                    <a:pt x="40144" y="80288"/>
                  </a:lnTo>
                  <a:cubicBezTo>
                    <a:pt x="17973" y="80288"/>
                    <a:pt x="0" y="62315"/>
                    <a:pt x="0" y="40144"/>
                  </a:cubicBezTo>
                  <a:lnTo>
                    <a:pt x="0" y="40144"/>
                  </a:lnTo>
                  <a:cubicBezTo>
                    <a:pt x="0" y="17973"/>
                    <a:pt x="17973" y="0"/>
                    <a:pt x="40144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589733" cy="146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1472278" y="-948537"/>
            <a:ext cx="6873732" cy="8024881"/>
          </a:xfrm>
          <a:custGeom>
            <a:avLst/>
            <a:gdLst/>
            <a:ahLst/>
            <a:cxnLst/>
            <a:rect r="r" b="b" t="t" l="l"/>
            <a:pathLst>
              <a:path h="8024881" w="6873732">
                <a:moveTo>
                  <a:pt x="0" y="0"/>
                </a:moveTo>
                <a:lnTo>
                  <a:pt x="6873732" y="0"/>
                </a:lnTo>
                <a:lnTo>
                  <a:pt x="6873732" y="8024881"/>
                </a:lnTo>
                <a:lnTo>
                  <a:pt x="0" y="80248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373" t="0" r="-8373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DAHK2UjRYWc</dc:identifier>
  <dcterms:modified xsi:type="dcterms:W3CDTF">2011-08-01T06:04:30Z</dcterms:modified>
  <cp:revision>1</cp:revision>
  <dc:title>Contact : 9550251208</dc:title>
</cp:coreProperties>
</file>